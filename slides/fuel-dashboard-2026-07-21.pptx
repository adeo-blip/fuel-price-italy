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C9C2B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C9C2B4"/>
                </a:solidFill>
                <a:latin typeface="Arial"/>
              </a:rPr>
              <a:t>Last 3 days · €/L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Benzina</c:v>
                </c:pt>
              </c:strCache>
            </c:strRef>
          </c:tx>
          <c:spPr>
            <a:solidFill>
              <a:srgbClr val="3987E5"/>
            </a:solidFill>
            <a:ln w="34925" cap="flat">
              <a:solidFill>
                <a:srgbClr val="3987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987E5"/>
              </a:solidFill>
              <a:ln w="9525" cap="flat">
                <a:solidFill>
                  <a:srgbClr val="3987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Jul 7</c:v>
                  </c:pt>
                  <c:pt idx="1">
                    <c:v>Jul 11</c:v>
                  </c:pt>
                  <c:pt idx="2">
                    <c:v>Jul 21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1.8685</c:v>
                </c:pt>
                <c:pt idx="1">
                  <c:v>1.8929</c:v>
                </c:pt>
                <c:pt idx="2">
                  <c:v>1.9556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2B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2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2F28"/>
              </a:solidFill>
              <a:prstDash val="solid"/>
              <a:round/>
            </a:ln>
          </c:spPr>
        </c:majorGridlines>
        <c:numFmt formatCode="€0.00" sourceLinked="0"/>
        <c:majorTickMark val="out"/>
        <c:minorTickMark val="none"/>
        <c:tickLblPos val="nextTo"/>
        <c:spPr>
          <a:ln w="12700" cap="flat">
            <a:solidFill>
              <a:srgbClr val="C9C2B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2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20F"/>
        </a:solidFill>
        <a:ln>
          <a:noFill/>
        </a:ln>
        <a:effectLst/>
      </c:spPr>
    </c:plotArea>
    <c:plotVisOnly val="1"/>
    <c:dispBlanksAs val="span"/>
  </c:chart>
  <c:spPr>
    <a:solidFill>
      <a:srgbClr val="14120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C9C2B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C9C2B4"/>
                </a:solidFill>
                <a:latin typeface="Arial"/>
              </a:rPr>
              <a:t>Last 3 days · €/L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Gasolio</c:v>
                </c:pt>
              </c:strCache>
            </c:strRef>
          </c:tx>
          <c:spPr>
            <a:solidFill>
              <a:srgbClr val="199E70"/>
            </a:solidFill>
            <a:ln w="34925" cap="flat">
              <a:solidFill>
                <a:srgbClr val="199E7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99E70"/>
              </a:solidFill>
              <a:ln w="9525" cap="flat">
                <a:solidFill>
                  <a:srgbClr val="199E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Jul 7</c:v>
                  </c:pt>
                  <c:pt idx="1">
                    <c:v>Jul 11</c:v>
                  </c:pt>
                  <c:pt idx="2">
                    <c:v>Jul 21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1.9718</c:v>
                </c:pt>
                <c:pt idx="1">
                  <c:v>2.0179</c:v>
                </c:pt>
                <c:pt idx="2">
                  <c:v>2.1343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2B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2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2F28"/>
              </a:solidFill>
              <a:prstDash val="solid"/>
              <a:round/>
            </a:ln>
          </c:spPr>
        </c:majorGridlines>
        <c:numFmt formatCode="€0.00" sourceLinked="0"/>
        <c:majorTickMark val="out"/>
        <c:minorTickMark val="none"/>
        <c:tickLblPos val="nextTo"/>
        <c:spPr>
          <a:ln w="12700" cap="flat">
            <a:solidFill>
              <a:srgbClr val="C9C2B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2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20F"/>
        </a:solidFill>
        <a:ln>
          <a:noFill/>
        </a:ln>
        <a:effectLst/>
      </c:spPr>
    </c:plotArea>
    <c:plotVisOnly val="1"/>
    <c:dispBlanksAs val="span"/>
  </c:chart>
  <c:spPr>
    <a:solidFill>
      <a:srgbClr val="14120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Fuel Dashboard daily update. Benzina: current €1.956/L. Invite LinkedIn viewers to explore the interactive dashboard at https://adeo-blip.github.io/fuel-price-italy/.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Fuel Dashboard daily update. Gasolio: current €2.134/L. Invite LinkedIn viewers to explore the interactive dashboard at https://adeo-blip.github.io/fuel-price-italy/.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Benzina price trend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self-service average · petrol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€1.956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litre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+0.063 €/L  (+3.31%) vs. previous day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full daily, weekly and monthly trend
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https://adeo-blip.github.io/fuel-price-italy/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623560" y="822960"/>
          <a:ext cx="598932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Gasolio price trend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self-service average · diesel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19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€2.134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litre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+0.116 €/L  (+5.77%) vs. previous day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full daily, weekly and monthly trend
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https://adeo-blip.github.io/fuel-price-italy/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623560" y="822960"/>
          <a:ext cx="598932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Fuel Dashboard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Dashboard — Daily Update</dc:title>
  <dc:subject>PptxGenJS Presentation</dc:subject>
  <dc:creator>Fuel Dashboard</dc:creator>
  <cp:lastModifiedBy>Fuel Dashboard</cp:lastModifiedBy>
  <cp:revision>1</cp:revision>
  <dcterms:created xsi:type="dcterms:W3CDTF">2026-07-22T12:41:57Z</dcterms:created>
  <dcterms:modified xsi:type="dcterms:W3CDTF">2026-07-22T12:41:57Z</dcterms:modified>
</cp:coreProperties>
</file>